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66" r:id="rId2"/>
  </p:sldIdLst>
  <p:sldSz cx="8229600" cy="10287000"/>
  <p:notesSz cx="6858000" cy="9144000"/>
  <p:embeddedFontLst>
    <p:embeddedFont>
      <p:font typeface="From Where You Are" panose="02000507000000020004" pitchFamily="2" charset="0"/>
      <p:regular r:id="rId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444"/>
    <a:srgbClr val="EB5F87"/>
    <a:srgbClr val="FEA740"/>
    <a:srgbClr val="FAA73E"/>
    <a:srgbClr val="FDD042"/>
    <a:srgbClr val="68A2C2"/>
    <a:srgbClr val="64A3C2"/>
    <a:srgbClr val="85C6C0"/>
    <a:srgbClr val="81C3BC"/>
    <a:srgbClr val="AEBF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683545"/>
            <a:ext cx="6995160" cy="35814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403057"/>
            <a:ext cx="6172200" cy="248364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41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30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564609"/>
            <a:ext cx="7098030" cy="427910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6884197"/>
            <a:ext cx="7098030" cy="2250281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2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738438"/>
            <a:ext cx="349758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738438"/>
            <a:ext cx="349758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54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47690"/>
            <a:ext cx="7098030" cy="198834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2521745"/>
            <a:ext cx="3481506" cy="1235868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3757613"/>
            <a:ext cx="3481506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521745"/>
            <a:ext cx="3498652" cy="1235868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3757613"/>
            <a:ext cx="3498652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69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58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17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85800"/>
            <a:ext cx="2654260" cy="24003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481140"/>
            <a:ext cx="4166235" cy="7310438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86100"/>
            <a:ext cx="2654260" cy="57173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75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85800"/>
            <a:ext cx="2654260" cy="24003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1481140"/>
            <a:ext cx="4166235" cy="7310438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86100"/>
            <a:ext cx="2654260" cy="57173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69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92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547688"/>
            <a:ext cx="1774508" cy="871775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47688"/>
            <a:ext cx="5220653" cy="871775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78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47690"/>
            <a:ext cx="709803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738438"/>
            <a:ext cx="709803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9534527"/>
            <a:ext cx="185166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6F312-92A7-41F2-B1E7-DC41D18C2D4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9534527"/>
            <a:ext cx="277749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9534527"/>
            <a:ext cx="185166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C9719-B326-46F9-B5E2-425AC00A4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10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aixaDeTexto 54">
            <a:extLst>
              <a:ext uri="{FF2B5EF4-FFF2-40B4-BE49-F238E27FC236}">
                <a16:creationId xmlns:a16="http://schemas.microsoft.com/office/drawing/2014/main" id="{A6B843F0-6951-436F-8E1D-240F1D36115E}"/>
              </a:ext>
            </a:extLst>
          </p:cNvPr>
          <p:cNvSpPr txBox="1"/>
          <p:nvPr/>
        </p:nvSpPr>
        <p:spPr>
          <a:xfrm>
            <a:off x="2314275" y="876825"/>
            <a:ext cx="3279744" cy="1477328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pt-BR" sz="9600" dirty="0">
                <a:blipFill dpi="0" rotWithShape="1">
                  <a:blip r:embed="rId2"/>
                  <a:srcRect/>
                  <a:tile tx="0" ty="0" sx="50000" sy="50000" flip="none" algn="tl"/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From Where You Are" panose="02000507000000020004" pitchFamily="2" charset="0"/>
              </a:rPr>
              <a:t>2023</a:t>
            </a:r>
            <a:endParaRPr lang="pt-BR" sz="9600" dirty="0">
              <a:blipFill dpi="0" rotWithShape="1">
                <a:blip r:embed="rId3"/>
                <a:srcRect/>
                <a:tile tx="0" ty="0" sx="10000" sy="10000" flip="none" algn="tl"/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From Where You Are" panose="02000507000000020004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274AB5-EC83-7F8A-8F6C-9D5434F1D3CC}"/>
              </a:ext>
            </a:extLst>
          </p:cNvPr>
          <p:cNvSpPr txBox="1"/>
          <p:nvPr/>
        </p:nvSpPr>
        <p:spPr>
          <a:xfrm>
            <a:off x="2314275" y="3033390"/>
            <a:ext cx="3279744" cy="1477328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pt-BR" sz="9600" dirty="0">
                <a:blipFill dpi="0" rotWithShape="1">
                  <a:blip r:embed="rId2"/>
                  <a:srcRect/>
                  <a:tile tx="0" ty="0" sx="50000" sy="50000" flip="none" algn="tl"/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From Where You Are" panose="02000507000000020004" pitchFamily="2" charset="0"/>
              </a:rPr>
              <a:t>2024</a:t>
            </a:r>
            <a:endParaRPr lang="pt-BR" sz="9600" dirty="0">
              <a:blipFill dpi="0" rotWithShape="1">
                <a:blip r:embed="rId3"/>
                <a:srcRect/>
                <a:tile tx="0" ty="0" sx="10000" sy="10000" flip="none" algn="tl"/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From Where You Are" panose="02000507000000020004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783EEC-4FDE-79BD-34DB-112FEC69A0AB}"/>
              </a:ext>
            </a:extLst>
          </p:cNvPr>
          <p:cNvSpPr txBox="1"/>
          <p:nvPr/>
        </p:nvSpPr>
        <p:spPr>
          <a:xfrm>
            <a:off x="2314275" y="4836790"/>
            <a:ext cx="3279744" cy="1477328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pt-BR" sz="9600" dirty="0">
                <a:blipFill dpi="0" rotWithShape="1">
                  <a:blip r:embed="rId2"/>
                  <a:srcRect/>
                  <a:tile tx="0" ty="0" sx="50000" sy="50000" flip="none" algn="tl"/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From Where You Are" panose="02000507000000020004" pitchFamily="2" charset="0"/>
              </a:rPr>
              <a:t>2025</a:t>
            </a:r>
            <a:endParaRPr lang="pt-BR" sz="9600" dirty="0">
              <a:blipFill dpi="0" rotWithShape="1">
                <a:blip r:embed="rId3"/>
                <a:srcRect/>
                <a:tile tx="0" ty="0" sx="10000" sy="10000" flip="none" algn="tl"/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From Where You Are" panose="02000507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17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3</Words>
  <Application>Microsoft Office PowerPoint</Application>
  <PresentationFormat>Personalizar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From Where You Are</vt:lpstr>
      <vt:lpstr>Calibri Light</vt:lpstr>
      <vt:lpstr>Arial</vt:lpstr>
      <vt:lpstr>Calibri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Paulo souza</dc:creator>
  <cp:lastModifiedBy>Paulo Diêgo da Silva Souza</cp:lastModifiedBy>
  <cp:revision>52</cp:revision>
  <dcterms:created xsi:type="dcterms:W3CDTF">2021-12-21T02:55:56Z</dcterms:created>
  <dcterms:modified xsi:type="dcterms:W3CDTF">2025-06-27T20:05:08Z</dcterms:modified>
</cp:coreProperties>
</file>